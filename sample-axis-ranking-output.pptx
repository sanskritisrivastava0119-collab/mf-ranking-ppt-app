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79452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51361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210" y="334376"/>
            <a:ext cx="2036493" cy="5456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33374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3774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05135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97205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9100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2325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210" y="334376"/>
            <a:ext cx="2036493" cy="5456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33374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703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52389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84139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7209" y="334376"/>
            <a:ext cx="2036493" cy="545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39" y="402081"/>
            <a:ext cx="1143772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010" y="1104900"/>
            <a:ext cx="5448300" cy="336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6253" y="6584162"/>
            <a:ext cx="2696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kern="0" spc="-50" dirty="0"/>
              <a:pPr marL="127635">
                <a:lnSpc>
                  <a:spcPts val="1435"/>
                </a:lnSpc>
              </a:pPr>
              <a:t>‹#›</a:t>
            </a:fld>
            <a:endParaRPr kern="0" spc="-50" dirty="0"/>
          </a:p>
        </p:txBody>
      </p:sp>
    </p:spTree>
    <p:extLst>
      <p:ext uri="{BB962C8B-B14F-4D97-AF65-F5344CB8AC3E}">
        <p14:creationId xmlns:p14="http://schemas.microsoft.com/office/powerpoint/2010/main" val="6041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7209" y="334376"/>
            <a:ext cx="2036493" cy="545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39" y="402081"/>
            <a:ext cx="1143772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010" y="1104900"/>
            <a:ext cx="5448300" cy="336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6253" y="6584162"/>
            <a:ext cx="2696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kern="0" spc="-50" dirty="0"/>
              <a:pPr marL="127635">
                <a:lnSpc>
                  <a:spcPts val="1435"/>
                </a:lnSpc>
              </a:pPr>
              <a:t>‹#›</a:t>
            </a:fld>
            <a:endParaRPr kern="0" spc="-50" dirty="0"/>
          </a:p>
        </p:txBody>
      </p:sp>
    </p:spTree>
    <p:extLst>
      <p:ext uri="{BB962C8B-B14F-4D97-AF65-F5344CB8AC3E}">
        <p14:creationId xmlns:p14="http://schemas.microsoft.com/office/powerpoint/2010/main" val="20254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B0E6-80FA-F2A4-F5BE-F32F0731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77DD-395D-0C9C-0D09-E1079E38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04" y="838200"/>
            <a:ext cx="11029616" cy="60530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FFFE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portfolio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441DAE5-B855-AF4A-0216-5CE0A85628DC}"/>
              </a:ext>
            </a:extLst>
          </p:cNvPr>
          <p:cNvSpPr/>
          <p:nvPr/>
        </p:nvSpPr>
        <p:spPr>
          <a:xfrm>
            <a:off x="191134" y="333132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42102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B256EF-B841-73A9-5F42-4F590D493514}"/>
              </a:ext>
            </a:extLst>
          </p:cNvPr>
          <p:cNvSpPr txBox="1">
            <a:spLocks/>
          </p:cNvSpPr>
          <p:nvPr/>
        </p:nvSpPr>
        <p:spPr>
          <a:xfrm>
            <a:off x="427947" y="414572"/>
            <a:ext cx="11029616" cy="60530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kern="0" dirty="0">
                <a:solidFill>
                  <a:srgbClr val="FFFE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RANKING</a:t>
            </a:r>
            <a:endParaRPr lang="en-IN" sz="2800" kern="0" dirty="0">
              <a:solidFill>
                <a:srgbClr val="FFFE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087DD-B6C9-EE5B-AE8A-4C2680EA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733942"/>
              </p:ext>
            </p:extLst>
          </p:nvPr>
        </p:nvGraphicFramePr>
        <p:xfrm>
          <a:off x="191134" y="1450435"/>
          <a:ext cx="11543665" cy="4777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11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Scheme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Ranking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01836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Axis Flexi Cap Fund - Regular Plan - Growth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 Cap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15/40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21/34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20/24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40701433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729907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13011360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67189967"/>
                  </a:ext>
                </a:extLst>
              </a:tr>
              <a:tr h="578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44003310"/>
                  </a:ext>
                </a:extLst>
              </a:tr>
              <a:tr h="578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/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3610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6819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313</Words>
  <Application>Microsoft Office PowerPoint</Application>
  <PresentationFormat>Widescreen</PresentationFormat>
  <Paragraphs>128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1_Office Theme</vt:lpstr>
      <vt:lpstr>2_Office Theme</vt:lpstr>
      <vt:lpstr>Current portfolio</vt:lpstr>
      <vt:lpstr>Current portfolio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portfolio</dc:title>
  <dc:creator>Krishna</dc:creator>
  <cp:lastModifiedBy>SANSKRITI SRIVASTAVA 25AA35-2167</cp:lastModifiedBy>
  <cp:revision>3</cp:revision>
  <dcterms:created xsi:type="dcterms:W3CDTF">2026-05-26T07:02:04Z</dcterms:created>
  <dcterms:modified xsi:type="dcterms:W3CDTF">2026-06-15T17:09:53Z</dcterms:modified>
</cp:coreProperties>
</file>